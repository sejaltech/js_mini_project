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>
                <a:solidFill>
                  <a:schemeClr val="lt1"/>
                </a:solidFill>
              </a:rPr>
              <a:t>Javascript Unit  1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832">
                <a:solidFill>
                  <a:schemeClr val="lt1"/>
                </a:solidFill>
              </a:rPr>
              <a:t>By Prof. Prasad Junghare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rgbClr val="A6A6A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A81B50"/>
                </a:solidFill>
              </a:rPr>
              <a:t>Simulated Customer Support Chat Bot</a:t>
            </a:r>
            <a:endParaRPr b="1">
              <a:solidFill>
                <a:srgbClr val="A81B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 b="1">
              <a:solidFill>
                <a:srgbClr val="A81B5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5284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GB" sz="4500">
                <a:solidFill>
                  <a:schemeClr val="dk1"/>
                </a:solidFill>
              </a:rPr>
              <a:t>Problem Statement:</a:t>
            </a:r>
            <a:br>
              <a:rPr b="1" lang="en-GB" sz="4500">
                <a:solidFill>
                  <a:schemeClr val="dk1"/>
                </a:solidFill>
              </a:rPr>
            </a:br>
            <a:br>
              <a:rPr b="1" lang="en-GB" sz="4500">
                <a:solidFill>
                  <a:schemeClr val="dk1"/>
                </a:solidFill>
              </a:rPr>
            </a:br>
            <a:r>
              <a:rPr lang="en-GB" sz="4500">
                <a:solidFill>
                  <a:schemeClr val="dk1"/>
                </a:solidFill>
              </a:rPr>
              <a:t>Hiring human representatives for 24/7 support has become expensive and time-consuming.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 sz="4500">
                <a:solidFill>
                  <a:schemeClr val="dk1"/>
                </a:solidFill>
              </a:rPr>
              <a:t>Customers often find waiting for email responses or human agents frustrating.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-GB" sz="4500">
                <a:solidFill>
                  <a:schemeClr val="dk1"/>
                </a:solidFill>
              </a:rPr>
              <a:t>Proposed Solution:</a:t>
            </a:r>
            <a:endParaRPr b="1"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4500">
                <a:solidFill>
                  <a:schemeClr val="dk1"/>
                </a:solidFill>
              </a:rPr>
              <a:t>Developed a browser-based chatbot using HTML, CSS, and JavaScript.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4500">
                <a:solidFill>
                  <a:schemeClr val="dk1"/>
                </a:solidFill>
              </a:rPr>
              <a:t>The bot analyzes user input via keyword matching and provides instant, predefined responses.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4500">
                <a:solidFill>
                  <a:schemeClr val="dk1"/>
                </a:solidFill>
              </a:rPr>
              <a:t>It assists users with common queries regarding orders, shipping, refunds, and payments.</a:t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28571"/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Screenshot 2026-02-02 at 7.33.14 PM.png"/>
          <p:cNvPicPr preferRelativeResize="0"/>
          <p:nvPr/>
        </p:nvPicPr>
        <p:blipFill>
          <a:blip r:embed="rId4">
            <a:alphaModFix amt="37000"/>
          </a:blip>
          <a:stretch>
            <a:fillRect/>
          </a:stretch>
        </p:blipFill>
        <p:spPr>
          <a:xfrm>
            <a:off x="5889575" y="1594175"/>
            <a:ext cx="2684927" cy="195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A81B50"/>
                </a:solidFill>
              </a:rPr>
              <a:t>Technical Implementation &amp; Conclusion</a:t>
            </a:r>
            <a:endParaRPr b="1">
              <a:solidFill>
                <a:srgbClr val="A81B5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 b="1">
              <a:solidFill>
                <a:srgbClr val="A81B5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109700" cy="3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25581"/>
              <a:buNone/>
            </a:pPr>
            <a:r>
              <a:rPr b="1" lang="en-GB" sz="4300">
                <a:solidFill>
                  <a:schemeClr val="dk1"/>
                </a:solidFill>
              </a:rPr>
              <a:t>Technology Stack:</a:t>
            </a:r>
            <a:endParaRPr b="1" sz="4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25581"/>
              <a:buNone/>
            </a:pPr>
            <a:r>
              <a:rPr b="1" lang="en-GB" sz="4300">
                <a:solidFill>
                  <a:schemeClr val="dk1"/>
                </a:solidFill>
              </a:rPr>
              <a:t>HTML: </a:t>
            </a:r>
            <a:r>
              <a:rPr lang="en-GB" sz="4300">
                <a:solidFill>
                  <a:schemeClr val="dk1"/>
                </a:solidFill>
              </a:rPr>
              <a:t>Used to create the structure of the chatbot interface.</a:t>
            </a:r>
            <a:endParaRPr sz="4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25581"/>
              <a:buNone/>
            </a:pPr>
            <a:r>
              <a:rPr b="1" lang="en-GB" sz="4300">
                <a:solidFill>
                  <a:schemeClr val="dk1"/>
                </a:solidFill>
              </a:rPr>
              <a:t>CSS: </a:t>
            </a:r>
            <a:r>
              <a:rPr lang="en-GB" sz="4300">
                <a:solidFill>
                  <a:schemeClr val="dk1"/>
                </a:solidFill>
              </a:rPr>
              <a:t>Used for styling with a modern dark theme and responsive layout.</a:t>
            </a:r>
            <a:endParaRPr sz="4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25581"/>
              <a:buNone/>
            </a:pPr>
            <a:r>
              <a:rPr b="1" i="1" lang="en-GB" sz="4300">
                <a:solidFill>
                  <a:schemeClr val="dk1"/>
                </a:solidFill>
              </a:rPr>
              <a:t>JavaScript: </a:t>
            </a:r>
            <a:r>
              <a:rPr lang="en-GB" sz="4300">
                <a:solidFill>
                  <a:schemeClr val="dk1"/>
                </a:solidFill>
              </a:rPr>
              <a:t>Handles the logic, keyword matching, and DOM           manipulation.</a:t>
            </a:r>
            <a:endParaRPr sz="4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25581"/>
              <a:buNone/>
            </a:pPr>
            <a:r>
              <a:rPr b="1" lang="en-GB" sz="4300">
                <a:solidFill>
                  <a:schemeClr val="dk1"/>
                </a:solidFill>
              </a:rPr>
              <a:t>Key Features:</a:t>
            </a:r>
            <a:endParaRPr b="1" sz="4300">
              <a:solidFill>
                <a:schemeClr val="dk1"/>
              </a:solidFill>
            </a:endParaRPr>
          </a:p>
          <a:p>
            <a:pPr indent="-29686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4300">
                <a:solidFill>
                  <a:schemeClr val="dk1"/>
                </a:solidFill>
              </a:rPr>
              <a:t>Asynchronous Delay: Uses setTimeout() to simulate a realistic “thinking” time before the bot replies.</a:t>
            </a:r>
            <a:br>
              <a:rPr lang="en-GB" sz="4300">
                <a:solidFill>
                  <a:schemeClr val="dk1"/>
                </a:solidFill>
              </a:rPr>
            </a:br>
            <a:endParaRPr sz="4300">
              <a:solidFill>
                <a:schemeClr val="dk1"/>
              </a:solidFill>
            </a:endParaRPr>
          </a:p>
          <a:p>
            <a:pPr indent="-29686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4300">
                <a:solidFill>
                  <a:schemeClr val="dk1"/>
                </a:solidFill>
              </a:rPr>
              <a:t>Logic: Detects specific keywords (e.g., “refund”, “shipping”) and handles order numbers entered as digits separately.</a:t>
            </a:r>
            <a:endParaRPr sz="4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28571"/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images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Conclusion: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GB">
                <a:solidFill>
                  <a:schemeClr val="dk1"/>
                </a:solidFill>
              </a:rPr>
              <a:t>The project demonstrates that useful chat systems can be created using basic web technologies and predefined logic without needing advanced AI.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❖"/>
            </a:pPr>
            <a:r>
              <a:rPr lang="en-GB">
                <a:solidFill>
                  <a:schemeClr val="dk1"/>
                </a:solidFill>
              </a:rPr>
              <a:t>The chatbot successfully solves real-world delays by providing quick answers to common questions.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77" name="Google Shape;77;p16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